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2" r:id="rId1"/>
  </p:sldMasterIdLst>
  <p:sldIdLst>
    <p:sldId id="256" r:id="rId2"/>
    <p:sldId id="257" r:id="rId3"/>
  </p:sldIdLst>
  <p:sldSz cx="6483350" cy="4864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/>
    <p:restoredTop sz="94658"/>
  </p:normalViewPr>
  <p:slideViewPr>
    <p:cSldViewPr snapToGrid="0">
      <p:cViewPr varScale="1">
        <p:scale>
          <a:sx n="163" d="100"/>
          <a:sy n="163" d="100"/>
        </p:scale>
        <p:origin x="1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251" y="796047"/>
            <a:ext cx="5510848" cy="1693427"/>
          </a:xfrm>
        </p:spPr>
        <p:txBody>
          <a:bodyPr anchor="b"/>
          <a:lstStyle>
            <a:lvl1pPr algn="ctr"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419" y="2554779"/>
            <a:ext cx="4862513" cy="1174365"/>
          </a:xfrm>
        </p:spPr>
        <p:txBody>
          <a:bodyPr/>
          <a:lstStyle>
            <a:lvl1pPr marL="0" indent="0" algn="ctr">
              <a:buNone/>
              <a:defRPr sz="1702"/>
            </a:lvl1pPr>
            <a:lvl2pPr marL="324155" indent="0" algn="ctr">
              <a:buNone/>
              <a:defRPr sz="1418"/>
            </a:lvl2pPr>
            <a:lvl3pPr marL="648310" indent="0" algn="ctr">
              <a:buNone/>
              <a:defRPr sz="1276"/>
            </a:lvl3pPr>
            <a:lvl4pPr marL="972464" indent="0" algn="ctr">
              <a:buNone/>
              <a:defRPr sz="1134"/>
            </a:lvl4pPr>
            <a:lvl5pPr marL="1296619" indent="0" algn="ctr">
              <a:buNone/>
              <a:defRPr sz="1134"/>
            </a:lvl5pPr>
            <a:lvl6pPr marL="1620774" indent="0" algn="ctr">
              <a:buNone/>
              <a:defRPr sz="1134"/>
            </a:lvl6pPr>
            <a:lvl7pPr marL="1944929" indent="0" algn="ctr">
              <a:buNone/>
              <a:defRPr sz="1134"/>
            </a:lvl7pPr>
            <a:lvl8pPr marL="2269084" indent="0" algn="ctr">
              <a:buNone/>
              <a:defRPr sz="1134"/>
            </a:lvl8pPr>
            <a:lvl9pPr marL="2593238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9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354" y="1212649"/>
            <a:ext cx="5591889" cy="2023330"/>
          </a:xfrm>
        </p:spPr>
        <p:txBody>
          <a:bodyPr anchor="b"/>
          <a:lstStyle>
            <a:lvl1pPr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354" y="3255120"/>
            <a:ext cx="5591889" cy="1064022"/>
          </a:xfrm>
        </p:spPr>
        <p:txBody>
          <a:bodyPr/>
          <a:lstStyle>
            <a:lvl1pPr marL="0" indent="0">
              <a:buNone/>
              <a:defRPr sz="1702">
                <a:solidFill>
                  <a:schemeClr val="tx1">
                    <a:tint val="82000"/>
                  </a:schemeClr>
                </a:solidFill>
              </a:defRPr>
            </a:lvl1pPr>
            <a:lvl2pPr marL="324155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2pPr>
            <a:lvl3pPr marL="648310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46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61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77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92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908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323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730" y="1294841"/>
            <a:ext cx="2755424" cy="3086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2196" y="1294841"/>
            <a:ext cx="2755424" cy="3086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258969"/>
            <a:ext cx="5591889" cy="9401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575" y="1192381"/>
            <a:ext cx="2742761" cy="584367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575" y="1776748"/>
            <a:ext cx="2742761" cy="261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2196" y="1192381"/>
            <a:ext cx="2756268" cy="584367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2196" y="1776748"/>
            <a:ext cx="2756268" cy="2613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5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24273"/>
            <a:ext cx="2091049" cy="1134957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6268" y="700341"/>
            <a:ext cx="3282196" cy="3456664"/>
          </a:xfrm>
        </p:spPr>
        <p:txBody>
          <a:bodyPr/>
          <a:lstStyle>
            <a:lvl1pPr>
              <a:defRPr sz="2269"/>
            </a:lvl1pPr>
            <a:lvl2pPr>
              <a:defRPr sz="1985"/>
            </a:lvl2pPr>
            <a:lvl3pPr>
              <a:defRPr sz="1702"/>
            </a:lvl3pPr>
            <a:lvl4pPr>
              <a:defRPr sz="1418"/>
            </a:lvl4pPr>
            <a:lvl5pPr>
              <a:defRPr sz="1418"/>
            </a:lvl5pPr>
            <a:lvl6pPr>
              <a:defRPr sz="1418"/>
            </a:lvl6pPr>
            <a:lvl7pPr>
              <a:defRPr sz="1418"/>
            </a:lvl7pPr>
            <a:lvl8pPr>
              <a:defRPr sz="1418"/>
            </a:lvl8pPr>
            <a:lvl9pPr>
              <a:defRPr sz="14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459230"/>
            <a:ext cx="2091049" cy="2703404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8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24273"/>
            <a:ext cx="2091049" cy="1134957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6268" y="700341"/>
            <a:ext cx="3282196" cy="3456664"/>
          </a:xfrm>
        </p:spPr>
        <p:txBody>
          <a:bodyPr anchor="t"/>
          <a:lstStyle>
            <a:lvl1pPr marL="0" indent="0">
              <a:buNone/>
              <a:defRPr sz="2269"/>
            </a:lvl1pPr>
            <a:lvl2pPr marL="324155" indent="0">
              <a:buNone/>
              <a:defRPr sz="1985"/>
            </a:lvl2pPr>
            <a:lvl3pPr marL="648310" indent="0">
              <a:buNone/>
              <a:defRPr sz="1702"/>
            </a:lvl3pPr>
            <a:lvl4pPr marL="972464" indent="0">
              <a:buNone/>
              <a:defRPr sz="1418"/>
            </a:lvl4pPr>
            <a:lvl5pPr marL="1296619" indent="0">
              <a:buNone/>
              <a:defRPr sz="1418"/>
            </a:lvl5pPr>
            <a:lvl6pPr marL="1620774" indent="0">
              <a:buNone/>
              <a:defRPr sz="1418"/>
            </a:lvl6pPr>
            <a:lvl7pPr marL="1944929" indent="0">
              <a:buNone/>
              <a:defRPr sz="1418"/>
            </a:lvl7pPr>
            <a:lvl8pPr marL="2269084" indent="0">
              <a:buNone/>
              <a:defRPr sz="1418"/>
            </a:lvl8pPr>
            <a:lvl9pPr marL="2593238" indent="0">
              <a:buNone/>
              <a:defRPr sz="14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459230"/>
            <a:ext cx="2091049" cy="2703404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93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9648" y="258968"/>
            <a:ext cx="1397972" cy="4122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731" y="258968"/>
            <a:ext cx="4112875" cy="4122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5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731" y="258969"/>
            <a:ext cx="5591889" cy="940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31" y="1294841"/>
            <a:ext cx="5591889" cy="3086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730" y="4508301"/>
            <a:ext cx="1458754" cy="258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28006-235E-FF40-B5A1-1978CE3C4D04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7610" y="4508301"/>
            <a:ext cx="2188131" cy="258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8866" y="4508301"/>
            <a:ext cx="1458754" cy="258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3DFB9-193E-A145-BF29-3BC230B07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7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8310" rtl="0" eaLnBrk="1" latinLnBrk="0" hangingPunct="1">
        <a:lnSpc>
          <a:spcPct val="90000"/>
        </a:lnSpc>
        <a:spcBef>
          <a:spcPct val="0"/>
        </a:spcBef>
        <a:buNone/>
        <a:defRPr sz="3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77" indent="-162077" algn="l" defTabSz="648310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48623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2pPr>
      <a:lvl3pPr marL="81038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13454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69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85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700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116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531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155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31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46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61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77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92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908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3238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80A709-4137-4815-76C6-DB72F7BC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7412" y="2432049"/>
            <a:ext cx="2917508" cy="2299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A23C8-D371-933E-E3D6-D4A1CE0CA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046" y="2432049"/>
            <a:ext cx="2917508" cy="229929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4564975-DDB4-0FBE-93CF-27DAD58E9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508" y="202117"/>
            <a:ext cx="2829490" cy="222993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74D222F-B49A-F3A5-2772-0D2F8D9AAC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9335" y="202117"/>
            <a:ext cx="2440214" cy="192314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63D4329-1ADC-A824-777F-BEC005B87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51379" y="904534"/>
            <a:ext cx="569683" cy="1527517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3DF44FF-2CC0-3DCA-485E-A7BCE55E96CA}"/>
              </a:ext>
            </a:extLst>
          </p:cNvPr>
          <p:cNvCxnSpPr/>
          <p:nvPr/>
        </p:nvCxnSpPr>
        <p:spPr>
          <a:xfrm flipV="1">
            <a:off x="1655323" y="442214"/>
            <a:ext cx="1269082" cy="874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E4BF23-2CEB-34BF-3B3B-8CBDBEDA545E}"/>
              </a:ext>
            </a:extLst>
          </p:cNvPr>
          <p:cNvCxnSpPr>
            <a:cxnSpLocks/>
          </p:cNvCxnSpPr>
          <p:nvPr/>
        </p:nvCxnSpPr>
        <p:spPr>
          <a:xfrm>
            <a:off x="1655323" y="1317083"/>
            <a:ext cx="1269082" cy="578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C83F2A5-53B1-8F76-BF2E-6DB1B1C4BE92}"/>
              </a:ext>
            </a:extLst>
          </p:cNvPr>
          <p:cNvSpPr txBox="1"/>
          <p:nvPr/>
        </p:nvSpPr>
        <p:spPr>
          <a:xfrm>
            <a:off x="324167" y="132750"/>
            <a:ext cx="279244" cy="231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5" dirty="0"/>
              <a:t>a.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6122AC-A9BB-43AD-00E5-39A1CA051373}"/>
              </a:ext>
            </a:extLst>
          </p:cNvPr>
          <p:cNvSpPr txBox="1"/>
          <p:nvPr/>
        </p:nvSpPr>
        <p:spPr>
          <a:xfrm>
            <a:off x="2551933" y="132750"/>
            <a:ext cx="284052" cy="231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5" dirty="0"/>
              <a:t>b.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6386D6-0776-125E-31B9-2C428EBC2F48}"/>
              </a:ext>
            </a:extLst>
          </p:cNvPr>
          <p:cNvSpPr txBox="1"/>
          <p:nvPr/>
        </p:nvSpPr>
        <p:spPr>
          <a:xfrm>
            <a:off x="322905" y="2239551"/>
            <a:ext cx="279244" cy="231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5" dirty="0"/>
              <a:t>c.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90D720-9747-3FBE-F07A-6CB46CDA1090}"/>
              </a:ext>
            </a:extLst>
          </p:cNvPr>
          <p:cNvSpPr txBox="1"/>
          <p:nvPr/>
        </p:nvSpPr>
        <p:spPr>
          <a:xfrm>
            <a:off x="3407412" y="2239551"/>
            <a:ext cx="284052" cy="231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5" dirty="0"/>
              <a:t>d.</a:t>
            </a:r>
          </a:p>
        </p:txBody>
      </p:sp>
      <p:pic>
        <p:nvPicPr>
          <p:cNvPr id="3" name="Picture 2" descr="A black screen with white dots&#10;&#10;AI-generated content may be incorrect.">
            <a:extLst>
              <a:ext uri="{FF2B5EF4-FFF2-40B4-BE49-F238E27FC236}">
                <a16:creationId xmlns:a16="http://schemas.microsoft.com/office/drawing/2014/main" id="{95957859-4F6C-612F-566C-1327DCA5AB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1737" t="86524"/>
          <a:stretch>
            <a:fillRect/>
          </a:stretch>
        </p:blipFill>
        <p:spPr>
          <a:xfrm>
            <a:off x="4307743" y="2432049"/>
            <a:ext cx="1116846" cy="3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4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0D18-A891-9C3E-5529-49A017E2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E49BC3-F587-C59A-AE8D-0849CD234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29988"/>
            <a:ext cx="6483350" cy="440464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0031FDF-9B4C-260E-4605-297EB0EA2B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75437" y="2392278"/>
            <a:ext cx="1920132" cy="1244897"/>
            <a:chOff x="952624" y="3372907"/>
            <a:chExt cx="2708119" cy="175578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7AC12C-CA04-9CBD-452A-3D5315F22C8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88464" y="3379432"/>
              <a:ext cx="210373" cy="16445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9EFA37-AAEE-291C-B47B-F63F6C9B934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581525" y="3374292"/>
              <a:ext cx="259409" cy="16445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EFD572-E7D2-1E12-F047-0CE33A54C8D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65501" y="3372907"/>
              <a:ext cx="211349" cy="16445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099132-5149-C766-94DD-2CFE36408BE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80001" y="3390255"/>
              <a:ext cx="280742" cy="1644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5F81AB3-BAC4-B3D5-F22E-7C09238D847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952624" y="4974282"/>
              <a:ext cx="287247" cy="15440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DE9FBD5-677D-99EC-120A-906E87DEF4A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8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765825" y="4958294"/>
              <a:ext cx="226542" cy="15440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6C4B9D4-C674-DF39-5771-5033B3AE203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9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566558" y="4958295"/>
              <a:ext cx="293812" cy="15435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FA49A9E-FF4E-E893-6FCA-CF52444B843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10">
              <a:alphaModFix amt="8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388732" y="4958235"/>
              <a:ext cx="243109" cy="1544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119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8</Words>
  <Application>Microsoft Macintosh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 Display</vt:lpstr>
      <vt:lpstr>Aptos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Weiss  Merlin</dc:creator>
  <cp:lastModifiedBy>Merlin Weiss</cp:lastModifiedBy>
  <cp:revision>7</cp:revision>
  <dcterms:created xsi:type="dcterms:W3CDTF">2025-08-25T14:01:07Z</dcterms:created>
  <dcterms:modified xsi:type="dcterms:W3CDTF">2025-09-19T21:23:07Z</dcterms:modified>
</cp:coreProperties>
</file>