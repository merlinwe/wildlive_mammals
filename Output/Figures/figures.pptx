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72" r:id="rId1"/>
  </p:sldMasterIdLst>
  <p:sldIdLst>
    <p:sldId id="256" r:id="rId2"/>
    <p:sldId id="257" r:id="rId3"/>
  </p:sldIdLst>
  <p:sldSz cx="6483350" cy="48641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0"/>
    <p:restoredTop sz="94652"/>
  </p:normalViewPr>
  <p:slideViewPr>
    <p:cSldViewPr snapToGrid="0">
      <p:cViewPr>
        <p:scale>
          <a:sx n="162" d="100"/>
          <a:sy n="162" d="100"/>
        </p:scale>
        <p:origin x="1512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6251" y="796047"/>
            <a:ext cx="5510848" cy="1693427"/>
          </a:xfrm>
        </p:spPr>
        <p:txBody>
          <a:bodyPr anchor="b"/>
          <a:lstStyle>
            <a:lvl1pPr algn="ctr">
              <a:defRPr sz="425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419" y="2554779"/>
            <a:ext cx="4862513" cy="1174365"/>
          </a:xfrm>
        </p:spPr>
        <p:txBody>
          <a:bodyPr/>
          <a:lstStyle>
            <a:lvl1pPr marL="0" indent="0" algn="ctr">
              <a:buNone/>
              <a:defRPr sz="1702"/>
            </a:lvl1pPr>
            <a:lvl2pPr marL="324155" indent="0" algn="ctr">
              <a:buNone/>
              <a:defRPr sz="1418"/>
            </a:lvl2pPr>
            <a:lvl3pPr marL="648310" indent="0" algn="ctr">
              <a:buNone/>
              <a:defRPr sz="1276"/>
            </a:lvl3pPr>
            <a:lvl4pPr marL="972464" indent="0" algn="ctr">
              <a:buNone/>
              <a:defRPr sz="1134"/>
            </a:lvl4pPr>
            <a:lvl5pPr marL="1296619" indent="0" algn="ctr">
              <a:buNone/>
              <a:defRPr sz="1134"/>
            </a:lvl5pPr>
            <a:lvl6pPr marL="1620774" indent="0" algn="ctr">
              <a:buNone/>
              <a:defRPr sz="1134"/>
            </a:lvl6pPr>
            <a:lvl7pPr marL="1944929" indent="0" algn="ctr">
              <a:buNone/>
              <a:defRPr sz="1134"/>
            </a:lvl7pPr>
            <a:lvl8pPr marL="2269084" indent="0" algn="ctr">
              <a:buNone/>
              <a:defRPr sz="1134"/>
            </a:lvl8pPr>
            <a:lvl9pPr marL="2593238" indent="0" algn="ctr">
              <a:buNone/>
              <a:defRPr sz="113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28006-235E-FF40-B5A1-1978CE3C4D0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399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28006-235E-FF40-B5A1-1978CE3C4D0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1261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2354" y="1212649"/>
            <a:ext cx="5591889" cy="2023330"/>
          </a:xfrm>
        </p:spPr>
        <p:txBody>
          <a:bodyPr anchor="b"/>
          <a:lstStyle>
            <a:lvl1pPr>
              <a:defRPr sz="425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2354" y="3255120"/>
            <a:ext cx="5591889" cy="1064022"/>
          </a:xfrm>
        </p:spPr>
        <p:txBody>
          <a:bodyPr/>
          <a:lstStyle>
            <a:lvl1pPr marL="0" indent="0">
              <a:buNone/>
              <a:defRPr sz="1702">
                <a:solidFill>
                  <a:schemeClr val="tx1">
                    <a:tint val="82000"/>
                  </a:schemeClr>
                </a:solidFill>
              </a:defRPr>
            </a:lvl1pPr>
            <a:lvl2pPr marL="324155" indent="0">
              <a:buNone/>
              <a:defRPr sz="1418">
                <a:solidFill>
                  <a:schemeClr val="tx1">
                    <a:tint val="82000"/>
                  </a:schemeClr>
                </a:solidFill>
              </a:defRPr>
            </a:lvl2pPr>
            <a:lvl3pPr marL="648310" indent="0">
              <a:buNone/>
              <a:defRPr sz="1276">
                <a:solidFill>
                  <a:schemeClr val="tx1">
                    <a:tint val="82000"/>
                  </a:schemeClr>
                </a:solidFill>
              </a:defRPr>
            </a:lvl3pPr>
            <a:lvl4pPr marL="972464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4pPr>
            <a:lvl5pPr marL="1296619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5pPr>
            <a:lvl6pPr marL="1620774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6pPr>
            <a:lvl7pPr marL="1944929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7pPr>
            <a:lvl8pPr marL="2269084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8pPr>
            <a:lvl9pPr marL="2593238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28006-235E-FF40-B5A1-1978CE3C4D0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384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5730" y="1294841"/>
            <a:ext cx="2755424" cy="30862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82196" y="1294841"/>
            <a:ext cx="2755424" cy="30862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28006-235E-FF40-B5A1-1978CE3C4D0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9793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575" y="258969"/>
            <a:ext cx="5591889" cy="9401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6575" y="1192381"/>
            <a:ext cx="2742761" cy="584367"/>
          </a:xfrm>
        </p:spPr>
        <p:txBody>
          <a:bodyPr anchor="b"/>
          <a:lstStyle>
            <a:lvl1pPr marL="0" indent="0">
              <a:buNone/>
              <a:defRPr sz="1702" b="1"/>
            </a:lvl1pPr>
            <a:lvl2pPr marL="324155" indent="0">
              <a:buNone/>
              <a:defRPr sz="1418" b="1"/>
            </a:lvl2pPr>
            <a:lvl3pPr marL="648310" indent="0">
              <a:buNone/>
              <a:defRPr sz="1276" b="1"/>
            </a:lvl3pPr>
            <a:lvl4pPr marL="972464" indent="0">
              <a:buNone/>
              <a:defRPr sz="1134" b="1"/>
            </a:lvl4pPr>
            <a:lvl5pPr marL="1296619" indent="0">
              <a:buNone/>
              <a:defRPr sz="1134" b="1"/>
            </a:lvl5pPr>
            <a:lvl6pPr marL="1620774" indent="0">
              <a:buNone/>
              <a:defRPr sz="1134" b="1"/>
            </a:lvl6pPr>
            <a:lvl7pPr marL="1944929" indent="0">
              <a:buNone/>
              <a:defRPr sz="1134" b="1"/>
            </a:lvl7pPr>
            <a:lvl8pPr marL="2269084" indent="0">
              <a:buNone/>
              <a:defRPr sz="1134" b="1"/>
            </a:lvl8pPr>
            <a:lvl9pPr marL="2593238" indent="0">
              <a:buNone/>
              <a:defRPr sz="113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6575" y="1776748"/>
            <a:ext cx="2742761" cy="2613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82196" y="1192381"/>
            <a:ext cx="2756268" cy="584367"/>
          </a:xfrm>
        </p:spPr>
        <p:txBody>
          <a:bodyPr anchor="b"/>
          <a:lstStyle>
            <a:lvl1pPr marL="0" indent="0">
              <a:buNone/>
              <a:defRPr sz="1702" b="1"/>
            </a:lvl1pPr>
            <a:lvl2pPr marL="324155" indent="0">
              <a:buNone/>
              <a:defRPr sz="1418" b="1"/>
            </a:lvl2pPr>
            <a:lvl3pPr marL="648310" indent="0">
              <a:buNone/>
              <a:defRPr sz="1276" b="1"/>
            </a:lvl3pPr>
            <a:lvl4pPr marL="972464" indent="0">
              <a:buNone/>
              <a:defRPr sz="1134" b="1"/>
            </a:lvl4pPr>
            <a:lvl5pPr marL="1296619" indent="0">
              <a:buNone/>
              <a:defRPr sz="1134" b="1"/>
            </a:lvl5pPr>
            <a:lvl6pPr marL="1620774" indent="0">
              <a:buNone/>
              <a:defRPr sz="1134" b="1"/>
            </a:lvl6pPr>
            <a:lvl7pPr marL="1944929" indent="0">
              <a:buNone/>
              <a:defRPr sz="1134" b="1"/>
            </a:lvl7pPr>
            <a:lvl8pPr marL="2269084" indent="0">
              <a:buNone/>
              <a:defRPr sz="1134" b="1"/>
            </a:lvl8pPr>
            <a:lvl9pPr marL="2593238" indent="0">
              <a:buNone/>
              <a:defRPr sz="113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82196" y="1776748"/>
            <a:ext cx="2756268" cy="2613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28006-235E-FF40-B5A1-1978CE3C4D0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5653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28006-235E-FF40-B5A1-1978CE3C4D0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850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28006-235E-FF40-B5A1-1978CE3C4D0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36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575" y="324273"/>
            <a:ext cx="2091049" cy="1134957"/>
          </a:xfrm>
        </p:spPr>
        <p:txBody>
          <a:bodyPr anchor="b"/>
          <a:lstStyle>
            <a:lvl1pPr>
              <a:defRPr sz="22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56268" y="700341"/>
            <a:ext cx="3282196" cy="3456664"/>
          </a:xfrm>
        </p:spPr>
        <p:txBody>
          <a:bodyPr/>
          <a:lstStyle>
            <a:lvl1pPr>
              <a:defRPr sz="2269"/>
            </a:lvl1pPr>
            <a:lvl2pPr>
              <a:defRPr sz="1985"/>
            </a:lvl2pPr>
            <a:lvl3pPr>
              <a:defRPr sz="1702"/>
            </a:lvl3pPr>
            <a:lvl4pPr>
              <a:defRPr sz="1418"/>
            </a:lvl4pPr>
            <a:lvl5pPr>
              <a:defRPr sz="1418"/>
            </a:lvl5pPr>
            <a:lvl6pPr>
              <a:defRPr sz="1418"/>
            </a:lvl6pPr>
            <a:lvl7pPr>
              <a:defRPr sz="1418"/>
            </a:lvl7pPr>
            <a:lvl8pPr>
              <a:defRPr sz="1418"/>
            </a:lvl8pPr>
            <a:lvl9pPr>
              <a:defRPr sz="141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6575" y="1459230"/>
            <a:ext cx="2091049" cy="2703404"/>
          </a:xfrm>
        </p:spPr>
        <p:txBody>
          <a:bodyPr/>
          <a:lstStyle>
            <a:lvl1pPr marL="0" indent="0">
              <a:buNone/>
              <a:defRPr sz="1134"/>
            </a:lvl1pPr>
            <a:lvl2pPr marL="324155" indent="0">
              <a:buNone/>
              <a:defRPr sz="993"/>
            </a:lvl2pPr>
            <a:lvl3pPr marL="648310" indent="0">
              <a:buNone/>
              <a:defRPr sz="851"/>
            </a:lvl3pPr>
            <a:lvl4pPr marL="972464" indent="0">
              <a:buNone/>
              <a:defRPr sz="709"/>
            </a:lvl4pPr>
            <a:lvl5pPr marL="1296619" indent="0">
              <a:buNone/>
              <a:defRPr sz="709"/>
            </a:lvl5pPr>
            <a:lvl6pPr marL="1620774" indent="0">
              <a:buNone/>
              <a:defRPr sz="709"/>
            </a:lvl6pPr>
            <a:lvl7pPr marL="1944929" indent="0">
              <a:buNone/>
              <a:defRPr sz="709"/>
            </a:lvl7pPr>
            <a:lvl8pPr marL="2269084" indent="0">
              <a:buNone/>
              <a:defRPr sz="709"/>
            </a:lvl8pPr>
            <a:lvl9pPr marL="2593238" indent="0">
              <a:buNone/>
              <a:defRPr sz="70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28006-235E-FF40-B5A1-1978CE3C4D0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4895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575" y="324273"/>
            <a:ext cx="2091049" cy="1134957"/>
          </a:xfrm>
        </p:spPr>
        <p:txBody>
          <a:bodyPr anchor="b"/>
          <a:lstStyle>
            <a:lvl1pPr>
              <a:defRPr sz="22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56268" y="700341"/>
            <a:ext cx="3282196" cy="3456664"/>
          </a:xfrm>
        </p:spPr>
        <p:txBody>
          <a:bodyPr anchor="t"/>
          <a:lstStyle>
            <a:lvl1pPr marL="0" indent="0">
              <a:buNone/>
              <a:defRPr sz="2269"/>
            </a:lvl1pPr>
            <a:lvl2pPr marL="324155" indent="0">
              <a:buNone/>
              <a:defRPr sz="1985"/>
            </a:lvl2pPr>
            <a:lvl3pPr marL="648310" indent="0">
              <a:buNone/>
              <a:defRPr sz="1702"/>
            </a:lvl3pPr>
            <a:lvl4pPr marL="972464" indent="0">
              <a:buNone/>
              <a:defRPr sz="1418"/>
            </a:lvl4pPr>
            <a:lvl5pPr marL="1296619" indent="0">
              <a:buNone/>
              <a:defRPr sz="1418"/>
            </a:lvl5pPr>
            <a:lvl6pPr marL="1620774" indent="0">
              <a:buNone/>
              <a:defRPr sz="1418"/>
            </a:lvl6pPr>
            <a:lvl7pPr marL="1944929" indent="0">
              <a:buNone/>
              <a:defRPr sz="1418"/>
            </a:lvl7pPr>
            <a:lvl8pPr marL="2269084" indent="0">
              <a:buNone/>
              <a:defRPr sz="1418"/>
            </a:lvl8pPr>
            <a:lvl9pPr marL="2593238" indent="0">
              <a:buNone/>
              <a:defRPr sz="1418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6575" y="1459230"/>
            <a:ext cx="2091049" cy="2703404"/>
          </a:xfrm>
        </p:spPr>
        <p:txBody>
          <a:bodyPr/>
          <a:lstStyle>
            <a:lvl1pPr marL="0" indent="0">
              <a:buNone/>
              <a:defRPr sz="1134"/>
            </a:lvl1pPr>
            <a:lvl2pPr marL="324155" indent="0">
              <a:buNone/>
              <a:defRPr sz="993"/>
            </a:lvl2pPr>
            <a:lvl3pPr marL="648310" indent="0">
              <a:buNone/>
              <a:defRPr sz="851"/>
            </a:lvl3pPr>
            <a:lvl4pPr marL="972464" indent="0">
              <a:buNone/>
              <a:defRPr sz="709"/>
            </a:lvl4pPr>
            <a:lvl5pPr marL="1296619" indent="0">
              <a:buNone/>
              <a:defRPr sz="709"/>
            </a:lvl5pPr>
            <a:lvl6pPr marL="1620774" indent="0">
              <a:buNone/>
              <a:defRPr sz="709"/>
            </a:lvl6pPr>
            <a:lvl7pPr marL="1944929" indent="0">
              <a:buNone/>
              <a:defRPr sz="709"/>
            </a:lvl7pPr>
            <a:lvl8pPr marL="2269084" indent="0">
              <a:buNone/>
              <a:defRPr sz="709"/>
            </a:lvl8pPr>
            <a:lvl9pPr marL="2593238" indent="0">
              <a:buNone/>
              <a:defRPr sz="70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28006-235E-FF40-B5A1-1978CE3C4D0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989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28006-235E-FF40-B5A1-1978CE3C4D0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8939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639648" y="258968"/>
            <a:ext cx="1397972" cy="41221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5731" y="258968"/>
            <a:ext cx="4112875" cy="41221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28006-235E-FF40-B5A1-1978CE3C4D0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754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5731" y="258969"/>
            <a:ext cx="5591889" cy="9401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5731" y="1294841"/>
            <a:ext cx="5591889" cy="30862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45730" y="4508301"/>
            <a:ext cx="1458754" cy="258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5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428006-235E-FF40-B5A1-1978CE3C4D0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47610" y="4508301"/>
            <a:ext cx="2188131" cy="258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5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78866" y="4508301"/>
            <a:ext cx="1458754" cy="258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470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48310" rtl="0" eaLnBrk="1" latinLnBrk="0" hangingPunct="1">
        <a:lnSpc>
          <a:spcPct val="90000"/>
        </a:lnSpc>
        <a:spcBef>
          <a:spcPct val="0"/>
        </a:spcBef>
        <a:buNone/>
        <a:defRPr sz="3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2077" indent="-162077" algn="l" defTabSz="648310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486232" indent="-162077" algn="l" defTabSz="648310" rtl="0" eaLnBrk="1" latinLnBrk="0" hangingPunct="1">
        <a:lnSpc>
          <a:spcPct val="90000"/>
        </a:lnSpc>
        <a:spcBef>
          <a:spcPts val="355"/>
        </a:spcBef>
        <a:buFont typeface="Arial" panose="020B0604020202020204" pitchFamily="34" charset="0"/>
        <a:buChar char="•"/>
        <a:defRPr sz="1702" kern="1200">
          <a:solidFill>
            <a:schemeClr val="tx1"/>
          </a:solidFill>
          <a:latin typeface="+mn-lt"/>
          <a:ea typeface="+mn-ea"/>
          <a:cs typeface="+mn-cs"/>
        </a:defRPr>
      </a:lvl2pPr>
      <a:lvl3pPr marL="810387" indent="-162077" algn="l" defTabSz="648310" rtl="0" eaLnBrk="1" latinLnBrk="0" hangingPunct="1">
        <a:lnSpc>
          <a:spcPct val="90000"/>
        </a:lnSpc>
        <a:spcBef>
          <a:spcPts val="355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3pPr>
      <a:lvl4pPr marL="1134542" indent="-162077" algn="l" defTabSz="648310" rtl="0" eaLnBrk="1" latinLnBrk="0" hangingPunct="1">
        <a:lnSpc>
          <a:spcPct val="90000"/>
        </a:lnSpc>
        <a:spcBef>
          <a:spcPts val="355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4pPr>
      <a:lvl5pPr marL="1458697" indent="-162077" algn="l" defTabSz="648310" rtl="0" eaLnBrk="1" latinLnBrk="0" hangingPunct="1">
        <a:lnSpc>
          <a:spcPct val="90000"/>
        </a:lnSpc>
        <a:spcBef>
          <a:spcPts val="355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5pPr>
      <a:lvl6pPr marL="1782851" indent="-162077" algn="l" defTabSz="648310" rtl="0" eaLnBrk="1" latinLnBrk="0" hangingPunct="1">
        <a:lnSpc>
          <a:spcPct val="90000"/>
        </a:lnSpc>
        <a:spcBef>
          <a:spcPts val="355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6pPr>
      <a:lvl7pPr marL="2107006" indent="-162077" algn="l" defTabSz="648310" rtl="0" eaLnBrk="1" latinLnBrk="0" hangingPunct="1">
        <a:lnSpc>
          <a:spcPct val="90000"/>
        </a:lnSpc>
        <a:spcBef>
          <a:spcPts val="355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7pPr>
      <a:lvl8pPr marL="2431161" indent="-162077" algn="l" defTabSz="648310" rtl="0" eaLnBrk="1" latinLnBrk="0" hangingPunct="1">
        <a:lnSpc>
          <a:spcPct val="90000"/>
        </a:lnSpc>
        <a:spcBef>
          <a:spcPts val="355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8pPr>
      <a:lvl9pPr marL="2755316" indent="-162077" algn="l" defTabSz="648310" rtl="0" eaLnBrk="1" latinLnBrk="0" hangingPunct="1">
        <a:lnSpc>
          <a:spcPct val="90000"/>
        </a:lnSpc>
        <a:spcBef>
          <a:spcPts val="355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48310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1pPr>
      <a:lvl2pPr marL="324155" algn="l" defTabSz="648310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2pPr>
      <a:lvl3pPr marL="648310" algn="l" defTabSz="648310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3pPr>
      <a:lvl4pPr marL="972464" algn="l" defTabSz="648310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4pPr>
      <a:lvl5pPr marL="1296619" algn="l" defTabSz="648310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5pPr>
      <a:lvl6pPr marL="1620774" algn="l" defTabSz="648310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6pPr>
      <a:lvl7pPr marL="1944929" algn="l" defTabSz="648310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7pPr>
      <a:lvl8pPr marL="2269084" algn="l" defTabSz="648310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8pPr>
      <a:lvl9pPr marL="2593238" algn="l" defTabSz="648310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E80A709-4137-4815-76C6-DB72F7BCF6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07412" y="2432049"/>
            <a:ext cx="2917508" cy="229929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AA23C8-D371-933E-E3D6-D4A1CE0CA6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046" y="2432049"/>
            <a:ext cx="2917508" cy="2299298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4564975-DDB4-0FBE-93CF-27DAD58E91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2508" y="202117"/>
            <a:ext cx="2829490" cy="2229933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974D222F-B49A-F3A5-2772-0D2F8D9AAC2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39335" y="202117"/>
            <a:ext cx="2440214" cy="1923143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D63D4329-1ADC-A824-777F-BEC005B873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551379" y="904534"/>
            <a:ext cx="569683" cy="1527517"/>
          </a:xfrm>
          <a:prstGeom prst="rect">
            <a:avLst/>
          </a:prstGeom>
        </p:spPr>
      </p:pic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3DF44FF-2CC0-3DCA-485E-A7BCE55E96CA}"/>
              </a:ext>
            </a:extLst>
          </p:cNvPr>
          <p:cNvCxnSpPr/>
          <p:nvPr/>
        </p:nvCxnSpPr>
        <p:spPr>
          <a:xfrm flipV="1">
            <a:off x="1655323" y="442214"/>
            <a:ext cx="1269082" cy="87487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DE4BF23-2CEB-34BF-3B3B-8CBDBEDA545E}"/>
              </a:ext>
            </a:extLst>
          </p:cNvPr>
          <p:cNvCxnSpPr>
            <a:cxnSpLocks/>
          </p:cNvCxnSpPr>
          <p:nvPr/>
        </p:nvCxnSpPr>
        <p:spPr>
          <a:xfrm>
            <a:off x="1655323" y="1317083"/>
            <a:ext cx="1269082" cy="5781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0C83F2A5-53B1-8F76-BF2E-6DB1B1C4BE92}"/>
              </a:ext>
            </a:extLst>
          </p:cNvPr>
          <p:cNvSpPr txBox="1"/>
          <p:nvPr/>
        </p:nvSpPr>
        <p:spPr>
          <a:xfrm>
            <a:off x="324167" y="132750"/>
            <a:ext cx="279244" cy="2316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5" dirty="0"/>
              <a:t>a.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76122AC-A9BB-43AD-00E5-39A1CA051373}"/>
              </a:ext>
            </a:extLst>
          </p:cNvPr>
          <p:cNvSpPr txBox="1"/>
          <p:nvPr/>
        </p:nvSpPr>
        <p:spPr>
          <a:xfrm>
            <a:off x="2551933" y="132750"/>
            <a:ext cx="284052" cy="2316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5" dirty="0"/>
              <a:t>b.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6386D6-0776-125E-31B9-2C428EBC2F48}"/>
              </a:ext>
            </a:extLst>
          </p:cNvPr>
          <p:cNvSpPr txBox="1"/>
          <p:nvPr/>
        </p:nvSpPr>
        <p:spPr>
          <a:xfrm>
            <a:off x="322905" y="2239551"/>
            <a:ext cx="279244" cy="2316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5" dirty="0"/>
              <a:t>c.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A90D720-9747-3FBE-F07A-6CB46CDA1090}"/>
              </a:ext>
            </a:extLst>
          </p:cNvPr>
          <p:cNvSpPr txBox="1"/>
          <p:nvPr/>
        </p:nvSpPr>
        <p:spPr>
          <a:xfrm>
            <a:off x="3407412" y="2239551"/>
            <a:ext cx="284052" cy="2316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5" dirty="0"/>
              <a:t>d.</a:t>
            </a:r>
          </a:p>
        </p:txBody>
      </p:sp>
    </p:spTree>
    <p:extLst>
      <p:ext uri="{BB962C8B-B14F-4D97-AF65-F5344CB8AC3E}">
        <p14:creationId xmlns:p14="http://schemas.microsoft.com/office/powerpoint/2010/main" val="13681463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E0D18-A891-9C3E-5529-49A017E28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E49BC3-F587-C59A-AE8D-0849CD2349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229988"/>
            <a:ext cx="6483350" cy="4404645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0031FDF-9B4C-260E-4605-297EB0EA2BED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75437" y="2392278"/>
            <a:ext cx="1920132" cy="1244897"/>
            <a:chOff x="952624" y="3372907"/>
            <a:chExt cx="2708119" cy="175578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37AC12C-CA04-9CBD-452A-3D5315F22C85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>
              <a:alphaModFix amt="8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1788464" y="3379432"/>
              <a:ext cx="210373" cy="164454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49EFA37-AAEE-291C-B47B-F63F6C9B934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alphaModFix amt="8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2581525" y="3374292"/>
              <a:ext cx="259409" cy="164454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3EFD572-E7D2-1E12-F047-0CE33A54C8D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5">
              <a:alphaModFix amt="8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965501" y="3372907"/>
              <a:ext cx="211349" cy="164454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0099132-5149-C766-94DD-2CFE36408BE1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6">
              <a:alphaModFix amt="8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3380001" y="3390255"/>
              <a:ext cx="280742" cy="164454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75F81AB3-BAC4-B3D5-F22E-7C09238D8472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7">
              <a:alphaModFix amt="8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952624" y="4974282"/>
              <a:ext cx="287247" cy="154405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DE9FBD5-677D-99EC-120A-906E87DEF4A0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8">
              <a:alphaModFix amt="8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1765825" y="4958294"/>
              <a:ext cx="226542" cy="154405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6C4B9D4-C674-DF39-5771-5033B3AE203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9">
              <a:alphaModFix amt="8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2566558" y="4958295"/>
              <a:ext cx="293812" cy="154354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3FA49A9E-FF4E-E893-6FCA-CF52444B843C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10">
              <a:alphaModFix amt="8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3388732" y="4958235"/>
              <a:ext cx="243109" cy="15440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111994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130</TotalTime>
  <Words>8</Words>
  <Application>Microsoft Macintosh PowerPoint</Application>
  <PresentationFormat>Custom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Aptos Display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Weiss  Merlin</dc:creator>
  <cp:lastModifiedBy>Weiss  Merlin</cp:lastModifiedBy>
  <cp:revision>6</cp:revision>
  <dcterms:created xsi:type="dcterms:W3CDTF">2025-08-25T14:01:07Z</dcterms:created>
  <dcterms:modified xsi:type="dcterms:W3CDTF">2025-09-19T16:07:15Z</dcterms:modified>
</cp:coreProperties>
</file>