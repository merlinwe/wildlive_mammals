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1"/>
  </p:sldMasterIdLst>
  <p:sldIdLst>
    <p:sldId id="256" r:id="rId2"/>
    <p:sldId id="257" r:id="rId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503"/>
    <p:restoredTop sz="94652"/>
  </p:normalViewPr>
  <p:slideViewPr>
    <p:cSldViewPr snapToGrid="0">
      <p:cViewPr>
        <p:scale>
          <a:sx n="54" d="100"/>
          <a:sy n="54" d="100"/>
        </p:scale>
        <p:origin x="1896" y="1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28006-235E-FF40-B5A1-1978CE3C4D04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3DFB9-193E-A145-BF29-3BC230B07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1383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28006-235E-FF40-B5A1-1978CE3C4D04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3DFB9-193E-A145-BF29-3BC230B07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6010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28006-235E-FF40-B5A1-1978CE3C4D04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3DFB9-193E-A145-BF29-3BC230B07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2151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28006-235E-FF40-B5A1-1978CE3C4D04}" type="datetimeFigureOut">
              <a:rPr lang="en-US" smtClean="0"/>
              <a:t>8/26/25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3DFB9-193E-A145-BF29-3BC230B07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2427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28006-235E-FF40-B5A1-1978CE3C4D04}" type="datetimeFigureOut">
              <a:rPr lang="en-US" smtClean="0"/>
              <a:t>8/26/25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3DFB9-193E-A145-BF29-3BC230B07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038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28006-235E-FF40-B5A1-1978CE3C4D04}" type="datetimeFigureOut">
              <a:rPr lang="en-US" smtClean="0"/>
              <a:t>8/26/25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3DFB9-193E-A145-BF29-3BC230B07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9422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28006-235E-FF40-B5A1-1978CE3C4D04}" type="datetimeFigureOut">
              <a:rPr lang="en-US" smtClean="0"/>
              <a:t>8/26/25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3DFB9-193E-A145-BF29-3BC230B07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9962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28006-235E-FF40-B5A1-1978CE3C4D04}" type="datetimeFigureOut">
              <a:rPr lang="en-US" smtClean="0"/>
              <a:t>8/26/25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3DFB9-193E-A145-BF29-3BC230B07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7922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28006-235E-FF40-B5A1-1978CE3C4D04}" type="datetimeFigureOut">
              <a:rPr lang="en-US" smtClean="0"/>
              <a:t>8/26/25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3DFB9-193E-A145-BF29-3BC230B07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982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28006-235E-FF40-B5A1-1978CE3C4D04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3DFB9-193E-A145-BF29-3BC230B07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456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28006-235E-FF40-B5A1-1978CE3C4D04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53DFB9-193E-A145-BF29-3BC230B07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0062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428006-235E-FF40-B5A1-1978CE3C4D04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53DFB9-193E-A145-BF29-3BC230B07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280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62">
            <a:extLst>
              <a:ext uri="{FF2B5EF4-FFF2-40B4-BE49-F238E27FC236}">
                <a16:creationId xmlns:a16="http://schemas.microsoft.com/office/drawing/2014/main" id="{B4564975-DDB4-0FBE-93CF-27DAD58E91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641" y="283943"/>
            <a:ext cx="3990662" cy="3145057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974D222F-B49A-F3A5-2772-0D2F8D9AAC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2470" y="283943"/>
            <a:ext cx="3441634" cy="2712366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C7083D4F-897F-090B-58CA-C60FFFB776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435" y="3429000"/>
            <a:ext cx="4114800" cy="3242891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073BC105-3BA3-9F5D-2EC2-903A88414E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5753" y="3429000"/>
            <a:ext cx="4114800" cy="3242891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D63D4329-1ADC-A824-777F-BEC005B873B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83882" t="27707" b="17456"/>
          <a:stretch>
            <a:fillRect/>
          </a:stretch>
        </p:blipFill>
        <p:spPr>
          <a:xfrm>
            <a:off x="7829565" y="1274619"/>
            <a:ext cx="803470" cy="2154382"/>
          </a:xfrm>
          <a:prstGeom prst="rect">
            <a:avLst/>
          </a:prstGeom>
        </p:spPr>
      </p:pic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3DF44FF-2CC0-3DCA-485E-A7BCE55E96CA}"/>
              </a:ext>
            </a:extLst>
          </p:cNvPr>
          <p:cNvCxnSpPr/>
          <p:nvPr/>
        </p:nvCxnSpPr>
        <p:spPr>
          <a:xfrm flipV="1">
            <a:off x="2334638" y="622570"/>
            <a:ext cx="1789890" cy="123390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ADE4BF23-2CEB-34BF-3B3B-8CBDBEDA545E}"/>
              </a:ext>
            </a:extLst>
          </p:cNvPr>
          <p:cNvCxnSpPr>
            <a:cxnSpLocks/>
          </p:cNvCxnSpPr>
          <p:nvPr/>
        </p:nvCxnSpPr>
        <p:spPr>
          <a:xfrm>
            <a:off x="2334638" y="1856471"/>
            <a:ext cx="1789890" cy="8154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0C83F2A5-53B1-8F76-BF2E-6DB1B1C4BE92}"/>
              </a:ext>
            </a:extLst>
          </p:cNvPr>
          <p:cNvSpPr txBox="1"/>
          <p:nvPr/>
        </p:nvSpPr>
        <p:spPr>
          <a:xfrm>
            <a:off x="457200" y="18610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a.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76122AC-A9BB-43AD-00E5-39A1CA051373}"/>
              </a:ext>
            </a:extLst>
          </p:cNvPr>
          <p:cNvSpPr txBox="1"/>
          <p:nvPr/>
        </p:nvSpPr>
        <p:spPr>
          <a:xfrm>
            <a:off x="3599201" y="186109"/>
            <a:ext cx="373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b.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6386D6-0776-125E-31B9-2C428EBC2F48}"/>
              </a:ext>
            </a:extLst>
          </p:cNvPr>
          <p:cNvSpPr txBox="1"/>
          <p:nvPr/>
        </p:nvSpPr>
        <p:spPr>
          <a:xfrm>
            <a:off x="455420" y="3157502"/>
            <a:ext cx="365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c.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A90D720-9747-3FBE-F07A-6CB46CDA1090}"/>
              </a:ext>
            </a:extLst>
          </p:cNvPr>
          <p:cNvSpPr txBox="1"/>
          <p:nvPr/>
        </p:nvSpPr>
        <p:spPr>
          <a:xfrm>
            <a:off x="4805753" y="3157502"/>
            <a:ext cx="380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d.</a:t>
            </a:r>
          </a:p>
        </p:txBody>
      </p:sp>
    </p:spTree>
    <p:extLst>
      <p:ext uri="{BB962C8B-B14F-4D97-AF65-F5344CB8AC3E}">
        <p14:creationId xmlns:p14="http://schemas.microsoft.com/office/powerpoint/2010/main" val="13681463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E0D18-A891-9C3E-5529-49A017E28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36EF00A-847D-409C-0DB7-13D15BAD9D0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2516"/>
            <a:ext cx="9145075" cy="62129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7AC12C-CA04-9CBD-452A-3D5315F22C8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rcRect l="9239" t="19481" r="10461" b="17748"/>
          <a:stretch>
            <a:fillRect/>
          </a:stretch>
        </p:blipFill>
        <p:spPr>
          <a:xfrm>
            <a:off x="1788464" y="3379432"/>
            <a:ext cx="210373" cy="16445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9EFA37-AAEE-291C-B47B-F63F6C9B934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rcRect l="3276" t="20703" r="1556" b="18964"/>
          <a:stretch>
            <a:fillRect/>
          </a:stretch>
        </p:blipFill>
        <p:spPr>
          <a:xfrm>
            <a:off x="2581525" y="3374292"/>
            <a:ext cx="259409" cy="16445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EFD572-E7D2-1E12-F047-0CE33A54C8D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85000"/>
          </a:blip>
          <a:srcRect l="3403" t="11823" r="2387" b="14871"/>
          <a:stretch>
            <a:fillRect/>
          </a:stretch>
        </p:blipFill>
        <p:spPr>
          <a:xfrm>
            <a:off x="965501" y="3372907"/>
            <a:ext cx="211349" cy="16445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0099132-5149-C766-94DD-2CFE36408BE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85000"/>
          </a:blip>
          <a:srcRect l="1982" t="23329" r="2585" b="20768"/>
          <a:stretch>
            <a:fillRect/>
          </a:stretch>
        </p:blipFill>
        <p:spPr>
          <a:xfrm>
            <a:off x="3380001" y="3390255"/>
            <a:ext cx="280742" cy="16445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5F81AB3-BAC4-B3D5-F22E-7C09238D847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85000"/>
          </a:blip>
          <a:srcRect l="1982" t="26257" r="2731" b="22524"/>
          <a:stretch>
            <a:fillRect/>
          </a:stretch>
        </p:blipFill>
        <p:spPr>
          <a:xfrm>
            <a:off x="952624" y="4974282"/>
            <a:ext cx="287247" cy="1544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DE9FBD5-677D-99EC-120A-906E87DEF4A0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85000"/>
          </a:blip>
          <a:srcRect l="5163" t="19481" r="3363" b="18173"/>
          <a:stretch>
            <a:fillRect/>
          </a:stretch>
        </p:blipFill>
        <p:spPr>
          <a:xfrm>
            <a:off x="1765825" y="4958294"/>
            <a:ext cx="226542" cy="15440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6C4B9D4-C674-DF39-5771-5033B3AE203D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85000"/>
          </a:blip>
          <a:srcRect l="1983" t="25178" r="2967" b="24887"/>
          <a:stretch>
            <a:fillRect/>
          </a:stretch>
        </p:blipFill>
        <p:spPr>
          <a:xfrm>
            <a:off x="2566558" y="4958295"/>
            <a:ext cx="293812" cy="15435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FA49A9E-FF4E-E893-6FCA-CF52444B843C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 amt="85000"/>
          </a:blip>
          <a:srcRect l="7472" t="21863" r="4703" b="22357"/>
          <a:stretch>
            <a:fillRect/>
          </a:stretch>
        </p:blipFill>
        <p:spPr>
          <a:xfrm>
            <a:off x="3388732" y="4958235"/>
            <a:ext cx="243109" cy="154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1994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72</TotalTime>
  <Words>8</Words>
  <Application>Microsoft Macintosh PowerPoint</Application>
  <PresentationFormat>On-screen Show (4:3)</PresentationFormat>
  <Paragraphs>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 Display</vt:lpstr>
      <vt:lpstr>Aptos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Weiss  Merlin</dc:creator>
  <cp:lastModifiedBy>Weiss  Merlin</cp:lastModifiedBy>
  <cp:revision>3</cp:revision>
  <dcterms:created xsi:type="dcterms:W3CDTF">2025-08-25T14:01:07Z</dcterms:created>
  <dcterms:modified xsi:type="dcterms:W3CDTF">2025-08-26T08:36:41Z</dcterms:modified>
</cp:coreProperties>
</file>